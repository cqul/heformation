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3" r:id="rId4"/>
    <p:sldMasterId id="2147483686" r:id="rId5"/>
    <p:sldMasterId id="2147483699" r:id="rId6"/>
    <p:sldMasterId id="2147483712" r:id="rId7"/>
    <p:sldMasterId id="2147483725" r:id="rId8"/>
  </p:sldMasterIdLst>
  <p:notesMasterIdLst>
    <p:notesMasterId r:id="rId10"/>
  </p:notesMasterIdLst>
  <p:handoutMasterIdLst>
    <p:handoutMasterId r:id="rId26"/>
  </p:handoutMasterIdLst>
  <p:sldIdLst>
    <p:sldId id="2077" r:id="rId9"/>
    <p:sldId id="9079" r:id="rId11"/>
    <p:sldId id="9118" r:id="rId12"/>
    <p:sldId id="9135" r:id="rId13"/>
    <p:sldId id="9074" r:id="rId14"/>
    <p:sldId id="9144" r:id="rId15"/>
    <p:sldId id="9138" r:id="rId16"/>
    <p:sldId id="9140" r:id="rId17"/>
    <p:sldId id="9133" r:id="rId18"/>
    <p:sldId id="9134" r:id="rId19"/>
    <p:sldId id="9145" r:id="rId20"/>
    <p:sldId id="9119" r:id="rId21"/>
    <p:sldId id="9147" r:id="rId22"/>
    <p:sldId id="9146" r:id="rId23"/>
    <p:sldId id="9148" r:id="rId24"/>
    <p:sldId id="9054" r:id="rId25"/>
  </p:sldIdLst>
  <p:sldSz cx="12192000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199765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6965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enov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4CC"/>
    <a:srgbClr val="FFFFFF"/>
    <a:srgbClr val="335CB6"/>
    <a:srgbClr val="C3564E"/>
    <a:srgbClr val="002C91"/>
    <a:srgbClr val="CFEBFB"/>
    <a:srgbClr val="002F94"/>
    <a:srgbClr val="C7E8FA"/>
    <a:srgbClr val="002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11" autoAdjust="0"/>
    <p:restoredTop sz="94619" autoAdjust="0"/>
  </p:normalViewPr>
  <p:slideViewPr>
    <p:cSldViewPr showGuides="1">
      <p:cViewPr varScale="1">
        <p:scale>
          <a:sx n="111" d="100"/>
          <a:sy n="111" d="100"/>
        </p:scale>
        <p:origin x="475" y="77"/>
      </p:cViewPr>
      <p:guideLst>
        <p:guide orient="horz" pos="2160"/>
        <p:guide pos="380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82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E7533-3998-44A0-B7B2-AB3DD441E3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F26C8-ED11-45F2-8509-44A1EA36FB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57643-E801-457A-92AE-F69FA67594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EDFA-0FC4-4FA7-BC92-34A3F37DAC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2EDFA-0FC4-4FA7-BC92-34A3F37DA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2EDFA-0FC4-4FA7-BC92-34A3F37DA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2EDFA-0FC4-4FA7-BC92-34A3F37DA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2EDFA-0FC4-4FA7-BC92-34A3F37DA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2EDFA-0FC4-4FA7-BC92-34A3F37DAC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6" y="2130433"/>
            <a:ext cx="10363199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7" y="3886206"/>
            <a:ext cx="8534401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4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6F13-F478-43D6-8771-2675FEC63A3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896200" y="6356356"/>
            <a:ext cx="3860801" cy="365127"/>
          </a:xfr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6CBC-D980-4F4B-AE9D-521A2FD5D5E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90" y="4406901"/>
            <a:ext cx="10363199" cy="1362075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90" y="2906717"/>
            <a:ext cx="10363199" cy="150018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4419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8839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3258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17678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2161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26517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0936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3535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529B-267F-4553-B732-711F48E81A5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6" y="1600201"/>
            <a:ext cx="5384799" cy="4525963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6" y="1600201"/>
            <a:ext cx="5384799" cy="4525963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9EA49-6F8D-4A70-8A86-5545102CD16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4" y="1535113"/>
            <a:ext cx="5386917" cy="63976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195" indent="0">
              <a:buNone/>
              <a:defRPr sz="2300" b="1"/>
            </a:lvl2pPr>
            <a:lvl3pPr marL="1088390" indent="0">
              <a:buNone/>
              <a:defRPr sz="2100" b="1"/>
            </a:lvl3pPr>
            <a:lvl4pPr marL="1632585" indent="0">
              <a:buNone/>
              <a:defRPr sz="1900" b="1"/>
            </a:lvl4pPr>
            <a:lvl5pPr marL="2176780" indent="0">
              <a:buNone/>
              <a:defRPr sz="1900" b="1"/>
            </a:lvl5pPr>
            <a:lvl6pPr marL="2721610" indent="0">
              <a:buNone/>
              <a:defRPr sz="1900" b="1"/>
            </a:lvl6pPr>
            <a:lvl7pPr marL="3265170" indent="0">
              <a:buNone/>
              <a:defRPr sz="1900" b="1"/>
            </a:lvl7pPr>
            <a:lvl8pPr marL="3809365" indent="0">
              <a:buNone/>
              <a:defRPr sz="1900" b="1"/>
            </a:lvl8pPr>
            <a:lvl9pPr marL="4353560" indent="0">
              <a:buNone/>
              <a:defRPr sz="19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4" y="2174876"/>
            <a:ext cx="5386917" cy="3951288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5" cy="639763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195" indent="0">
              <a:buNone/>
              <a:defRPr sz="2300" b="1"/>
            </a:lvl2pPr>
            <a:lvl3pPr marL="1088390" indent="0">
              <a:buNone/>
              <a:defRPr sz="2100" b="1"/>
            </a:lvl3pPr>
            <a:lvl4pPr marL="1632585" indent="0">
              <a:buNone/>
              <a:defRPr sz="1900" b="1"/>
            </a:lvl4pPr>
            <a:lvl5pPr marL="2176780" indent="0">
              <a:buNone/>
              <a:defRPr sz="1900" b="1"/>
            </a:lvl5pPr>
            <a:lvl6pPr marL="2721610" indent="0">
              <a:buNone/>
              <a:defRPr sz="1900" b="1"/>
            </a:lvl6pPr>
            <a:lvl7pPr marL="3265170" indent="0">
              <a:buNone/>
              <a:defRPr sz="1900" b="1"/>
            </a:lvl7pPr>
            <a:lvl8pPr marL="3809365" indent="0">
              <a:buNone/>
              <a:defRPr sz="1900" b="1"/>
            </a:lvl8pPr>
            <a:lvl9pPr marL="4353560" indent="0">
              <a:buNone/>
              <a:defRPr sz="19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5" cy="3951288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717A5-1B35-4001-804F-82FBE230A59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B61E3-4B3C-4B52-B673-B4CDF470368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B2F5A-C74F-401D-91CC-E9E36B1E19C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2"/>
          </a:xfrm>
        </p:spPr>
        <p:txBody>
          <a:bodyPr/>
          <a:lstStyle>
            <a:lvl1pPr>
              <a:defRPr sz="3900"/>
            </a:lvl1pPr>
            <a:lvl2pPr>
              <a:defRPr sz="3300"/>
            </a:lvl2pPr>
            <a:lvl3pPr>
              <a:defRPr sz="29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700"/>
            </a:lvl1pPr>
            <a:lvl2pPr marL="544195" indent="0">
              <a:buNone/>
              <a:defRPr sz="1500"/>
            </a:lvl2pPr>
            <a:lvl3pPr marL="1088390" indent="0">
              <a:buNone/>
              <a:defRPr sz="1300"/>
            </a:lvl3pPr>
            <a:lvl4pPr marL="1632585" indent="0">
              <a:buNone/>
              <a:defRPr sz="1100"/>
            </a:lvl4pPr>
            <a:lvl5pPr marL="2176780" indent="0">
              <a:buNone/>
              <a:defRPr sz="1100"/>
            </a:lvl5pPr>
            <a:lvl6pPr marL="2721610" indent="0">
              <a:buNone/>
              <a:defRPr sz="1100"/>
            </a:lvl6pPr>
            <a:lvl7pPr marL="3265170" indent="0">
              <a:buNone/>
              <a:defRPr sz="1100"/>
            </a:lvl7pPr>
            <a:lvl8pPr marL="3809365" indent="0">
              <a:buNone/>
              <a:defRPr sz="1100"/>
            </a:lvl8pPr>
            <a:lvl9pPr marL="435356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77AB-3174-48C4-8169-46C032E80E0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1"/>
            <a:ext cx="7315200" cy="56673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777"/>
            <a:ext cx="7315200" cy="4114800"/>
          </a:xfrm>
        </p:spPr>
        <p:txBody>
          <a:bodyPr/>
          <a:lstStyle>
            <a:lvl1pPr marL="0" indent="0">
              <a:buNone/>
              <a:defRPr sz="3900"/>
            </a:lvl1pPr>
            <a:lvl2pPr marL="544195" indent="0">
              <a:buNone/>
              <a:defRPr sz="3300"/>
            </a:lvl2pPr>
            <a:lvl3pPr marL="1088390" indent="0">
              <a:buNone/>
              <a:defRPr sz="2900"/>
            </a:lvl3pPr>
            <a:lvl4pPr marL="1632585" indent="0">
              <a:buNone/>
              <a:defRPr sz="2300"/>
            </a:lvl4pPr>
            <a:lvl5pPr marL="2176780" indent="0">
              <a:buNone/>
              <a:defRPr sz="2300"/>
            </a:lvl5pPr>
            <a:lvl6pPr marL="2721610" indent="0">
              <a:buNone/>
              <a:defRPr sz="2300"/>
            </a:lvl6pPr>
            <a:lvl7pPr marL="3265170" indent="0">
              <a:buNone/>
              <a:defRPr sz="2300"/>
            </a:lvl7pPr>
            <a:lvl8pPr marL="3809365" indent="0">
              <a:buNone/>
              <a:defRPr sz="2300"/>
            </a:lvl8pPr>
            <a:lvl9pPr marL="4353560" indent="0">
              <a:buNone/>
              <a:defRPr sz="23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342"/>
            <a:ext cx="7315200" cy="804863"/>
          </a:xfrm>
        </p:spPr>
        <p:txBody>
          <a:bodyPr/>
          <a:lstStyle>
            <a:lvl1pPr marL="0" indent="0">
              <a:buNone/>
              <a:defRPr sz="1700"/>
            </a:lvl1pPr>
            <a:lvl2pPr marL="544195" indent="0">
              <a:buNone/>
              <a:defRPr sz="1500"/>
            </a:lvl2pPr>
            <a:lvl3pPr marL="1088390" indent="0">
              <a:buNone/>
              <a:defRPr sz="1300"/>
            </a:lvl3pPr>
            <a:lvl4pPr marL="1632585" indent="0">
              <a:buNone/>
              <a:defRPr sz="1100"/>
            </a:lvl4pPr>
            <a:lvl5pPr marL="2176780" indent="0">
              <a:buNone/>
              <a:defRPr sz="1100"/>
            </a:lvl5pPr>
            <a:lvl6pPr marL="2721610" indent="0">
              <a:buNone/>
              <a:defRPr sz="1100"/>
            </a:lvl6pPr>
            <a:lvl7pPr marL="3265170" indent="0">
              <a:buNone/>
              <a:defRPr sz="1100"/>
            </a:lvl7pPr>
            <a:lvl8pPr marL="3809365" indent="0">
              <a:buNone/>
              <a:defRPr sz="1100"/>
            </a:lvl8pPr>
            <a:lvl9pPr marL="435356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7DF12-3AFB-4297-8B61-C945F269266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A5BE-DB74-4070-B443-99C6632E6C4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5" y="274640"/>
            <a:ext cx="2743201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6" y="274640"/>
            <a:ext cx="8026399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08081-E3E5-4EEA-99B5-3834CD80CAB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lIns="91432" tIns="45718" rIns="91432" bIns="45718"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1AC7FB45-6B22-4B2A-A800-B1292115091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62E0E31B-56B1-4021-8B51-594F6EE29B8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116D0A6D-182B-422C-B735-01CA2CD415A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E9C9F5FD-9BC2-477F-84AD-424E9F37FA2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lIns="91432" tIns="45718" rIns="91432" bIns="45718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lIns="91432" tIns="45718" rIns="91432" bIns="45718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F058DC06-473B-4938-8C85-35B5A6177641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5F1528C5-2A40-4C00-8987-69CBA39CF97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56C46059-91D0-4CDD-951A-31FC524AE8FD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>
            <a:lvl1pPr algn="r">
              <a:defRPr/>
            </a:lvl1pPr>
          </a:lstStyle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0"/>
            <a:ext cx="6172200" cy="4873625"/>
          </a:xfrm>
          <a:prstGeom prst="rect">
            <a:avLst/>
          </a:prstGeom>
        </p:spPr>
        <p:txBody>
          <a:bodyPr lIns="91432" tIns="45718" rIns="91432" bIns="45718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199765" indent="0">
              <a:buNone/>
              <a:defRPr sz="1100"/>
            </a:lvl8pPr>
            <a:lvl9pPr marL="3656965" indent="0">
              <a:buNone/>
              <a:defRPr sz="11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5192F6DA-E7CA-41CA-8A99-E3D11B45955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199765" indent="0">
              <a:buNone/>
              <a:defRPr sz="1100"/>
            </a:lvl8pPr>
            <a:lvl9pPr marL="3656965" indent="0">
              <a:buNone/>
              <a:defRPr sz="11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507140F7-2A38-4498-B0F7-C48CF67C7C7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A0C5D173-55FD-40F6-96E9-0264E6E9D82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30"/>
            <a:ext cx="2628900" cy="58118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30"/>
            <a:ext cx="7734300" cy="58118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942FF2F8-BF5E-4A36-BF6C-454FBDC631C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lIns="91432" tIns="45718" rIns="91432" bIns="45718"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DBA27EF0-0A6B-4D44-ACB5-C092A63F424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50770713-F869-4710-9199-99FE34F0479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2386CCD5-667C-4250-B1DD-A7283A3AD6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FD41BE70-82A3-406B-9714-5F520AA48C6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lIns="91432" tIns="45718" rIns="91432" bIns="45718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lIns="91432" tIns="45718" rIns="91432" bIns="45718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6F6EF85E-3521-4B34-B57F-C50EC648884A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0DA7B0B6-1BE9-4CB7-ABA5-4E2D885FE53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027AB62F-E42A-4EEC-94B2-F7D39A4BD93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0"/>
            <a:ext cx="6172200" cy="4873625"/>
          </a:xfrm>
          <a:prstGeom prst="rect">
            <a:avLst/>
          </a:prstGeom>
        </p:spPr>
        <p:txBody>
          <a:bodyPr lIns="91432" tIns="45718" rIns="91432" bIns="45718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199765" indent="0">
              <a:buNone/>
              <a:defRPr sz="1100"/>
            </a:lvl8pPr>
            <a:lvl9pPr marL="3656965" indent="0">
              <a:buNone/>
              <a:defRPr sz="11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A86DF7FD-6D01-45A8-8B1C-CB35B0D6FE0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199765" indent="0">
              <a:buNone/>
              <a:defRPr sz="1100"/>
            </a:lvl8pPr>
            <a:lvl9pPr marL="3656965" indent="0">
              <a:buNone/>
              <a:defRPr sz="11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291DEC3-459A-4CDF-909F-3781050DF91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4A7A3791-C52F-43E4-BC11-6A7C4A2EA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30"/>
            <a:ext cx="2628900" cy="58118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30"/>
            <a:ext cx="7734300" cy="58118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393BBAF4-3A62-4BDB-A82D-8787672EEF7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lIns="91432" tIns="45718" rIns="91432" bIns="45718"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A5A59C63-5D91-4FD2-8CD7-74B71F7E8444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F47D4C84-05FD-4AF8-9BA7-6BA85D6E0B8C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773C8928-298F-4144-A4BE-B80B063962BB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38F99870-D993-4004-B3D0-EE65A501B8AE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lIns="91432" tIns="45718" rIns="91432" bIns="45718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lIns="91432" tIns="45718" rIns="91432" bIns="45718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2341384C-6104-4F73-A48B-7E666565EB7D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34AD42E8-AE6D-4296-BA46-B39481FB3869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99C62E56-D9F3-40E1-BEF8-F17D7087CA43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>
            <a:lvl1pPr algn="r">
              <a:defRPr/>
            </a:lvl1pPr>
          </a:lstStyle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0"/>
            <a:ext cx="6172200" cy="4873625"/>
          </a:xfrm>
          <a:prstGeom prst="rect">
            <a:avLst/>
          </a:prstGeom>
        </p:spPr>
        <p:txBody>
          <a:bodyPr lIns="91432" tIns="45718" rIns="91432" bIns="45718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199765" indent="0">
              <a:buNone/>
              <a:defRPr sz="1100"/>
            </a:lvl8pPr>
            <a:lvl9pPr marL="3656965" indent="0">
              <a:buNone/>
              <a:defRPr sz="11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8C8EA647-C803-4724-93F8-6518EDB941DD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91432" tIns="45718" rIns="91432" bIns="45718"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199765" indent="0">
              <a:buNone/>
              <a:defRPr sz="2000"/>
            </a:lvl8pPr>
            <a:lvl9pPr marL="3656965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</p:spPr>
        <p:txBody>
          <a:bodyPr lIns="91432" tIns="45718" rIns="91432" bIns="45718"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199765" indent="0">
              <a:buNone/>
              <a:defRPr sz="1100"/>
            </a:lvl8pPr>
            <a:lvl9pPr marL="3656965" indent="0">
              <a:buNone/>
              <a:defRPr sz="11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776F86BF-3B37-48A8-9D53-7B3BFE5D7A68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9EF0CC7B-A0DF-4CCC-9222-8AF700A663AF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30"/>
            <a:ext cx="2628900" cy="58118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30"/>
            <a:ext cx="7734300" cy="5811839"/>
          </a:xfrm>
          <a:prstGeom prst="rect">
            <a:avLst/>
          </a:prstGeom>
        </p:spPr>
        <p:txBody>
          <a:bodyPr vert="eaVert" lIns="91432" tIns="45718" rIns="91432" bIns="4571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E1B29185-AA1E-4E92-96D9-DF94BDB59539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2" tIns="45718" rIns="91432" bIns="45718"/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lIns="121917" tIns="60958" rIns="121917" bIns="60958"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700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00"/>
            </a:lvl4pPr>
            <a:lvl5pPr marL="2438400" indent="0" algn="ctr">
              <a:buNone/>
              <a:defRPr sz="2100"/>
            </a:lvl5pPr>
            <a:lvl6pPr marL="3048000" indent="0" algn="ctr">
              <a:buNone/>
              <a:defRPr sz="2100"/>
            </a:lvl6pPr>
            <a:lvl7pPr marL="3657600" indent="0" algn="ctr">
              <a:buNone/>
              <a:defRPr sz="2100"/>
            </a:lvl7pPr>
            <a:lvl8pPr marL="4267200" indent="0" algn="ctr">
              <a:buNone/>
              <a:defRPr sz="2100"/>
            </a:lvl8pPr>
            <a:lvl9pPr marL="4876800" indent="0" algn="ctr">
              <a:buNone/>
              <a:defRPr sz="21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EB37CE3E-6B8A-4993-8991-F482326259D5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lIns="121917" tIns="60958" rIns="121917" bIns="6095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E875661A-7C5D-44B8-BD62-7A4DFF1989CC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lIns="121917" tIns="60958" rIns="121917" bIns="60958"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D3AC1B34-0D00-4869-A746-4FF33796BE02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 lIns="121917" tIns="60958" rIns="121917" bIns="6095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 lIns="121917" tIns="60958" rIns="121917" bIns="6095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86A0584E-A329-42AD-ADB6-A6475D066FF2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lIns="121917" tIns="60958" rIns="121917" bIns="60958"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lIns="121917" tIns="60958" rIns="121917" bIns="6095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lIns="121917" tIns="60958" rIns="121917" bIns="60958"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 lIns="121917" tIns="60958" rIns="121917" bIns="6095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12B8FF6D-0BE6-4E9B-BD47-AA26F8606FD3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35675976-4E22-4124-9145-ABC6148774C4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59B8E582-4879-45F0-AC37-CBED16F1ECC6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/>
            </a:lvl1pPr>
          </a:lstStyle>
          <a:p>
            <a:pPr defTabSz="1219200" rtl="0"/>
            <a:fld id="{BB93D708-CCFC-4E2A-AFE2-7733F8FF7977}" type="slidenum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121917" tIns="60958" rIns="121917" bIns="60958" anchor="b"/>
          <a:lstStyle>
            <a:lvl1pPr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>
              <a:buNone/>
              <a:defRPr sz="2100"/>
            </a:lvl1pPr>
            <a:lvl2pPr marL="609600" indent="0">
              <a:buNone/>
              <a:defRPr sz="1900"/>
            </a:lvl2pPr>
            <a:lvl3pPr marL="1219200" indent="0">
              <a:buNone/>
              <a:defRPr sz="1600"/>
            </a:lvl3pPr>
            <a:lvl4pPr marL="1828800" indent="0">
              <a:buNone/>
              <a:defRPr sz="1300"/>
            </a:lvl4pPr>
            <a:lvl5pPr marL="2438400" indent="0">
              <a:buNone/>
              <a:defRPr sz="1300"/>
            </a:lvl5pPr>
            <a:lvl6pPr marL="3048000" indent="0">
              <a:buNone/>
              <a:defRPr sz="1300"/>
            </a:lvl6pPr>
            <a:lvl7pPr marL="3657600" indent="0">
              <a:buNone/>
              <a:defRPr sz="1300"/>
            </a:lvl7pPr>
            <a:lvl8pPr marL="4267200" indent="0">
              <a:buNone/>
              <a:defRPr sz="1300"/>
            </a:lvl8pPr>
            <a:lvl9pPr marL="4876800" indent="0">
              <a:buNone/>
              <a:defRPr sz="13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818389D6-5026-48AE-9991-983CEA865767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lIns="121917" tIns="60958" rIns="121917" bIns="60958" anchor="b"/>
          <a:lstStyle>
            <a:lvl1pPr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800" indent="0">
              <a:buNone/>
              <a:defRPr sz="2700"/>
            </a:lvl4pPr>
            <a:lvl5pPr marL="2438400" indent="0">
              <a:buNone/>
              <a:defRPr sz="2700"/>
            </a:lvl5pPr>
            <a:lvl6pPr marL="3048000" indent="0">
              <a:buNone/>
              <a:defRPr sz="2700"/>
            </a:lvl6pPr>
            <a:lvl7pPr marL="3657600" indent="0">
              <a:buNone/>
              <a:defRPr sz="2700"/>
            </a:lvl7pPr>
            <a:lvl8pPr marL="4267200" indent="0">
              <a:buNone/>
              <a:defRPr sz="2700"/>
            </a:lvl8pPr>
            <a:lvl9pPr marL="4876800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>
              <a:buNone/>
              <a:defRPr sz="2100"/>
            </a:lvl1pPr>
            <a:lvl2pPr marL="609600" indent="0">
              <a:buNone/>
              <a:defRPr sz="1900"/>
            </a:lvl2pPr>
            <a:lvl3pPr marL="1219200" indent="0">
              <a:buNone/>
              <a:defRPr sz="1600"/>
            </a:lvl3pPr>
            <a:lvl4pPr marL="1828800" indent="0">
              <a:buNone/>
              <a:defRPr sz="1300"/>
            </a:lvl4pPr>
            <a:lvl5pPr marL="2438400" indent="0">
              <a:buNone/>
              <a:defRPr sz="1300"/>
            </a:lvl5pPr>
            <a:lvl6pPr marL="3048000" indent="0">
              <a:buNone/>
              <a:defRPr sz="1300"/>
            </a:lvl6pPr>
            <a:lvl7pPr marL="3657600" indent="0">
              <a:buNone/>
              <a:defRPr sz="1300"/>
            </a:lvl7pPr>
            <a:lvl8pPr marL="4267200" indent="0">
              <a:buNone/>
              <a:defRPr sz="1300"/>
            </a:lvl8pPr>
            <a:lvl9pPr marL="4876800" indent="0">
              <a:buNone/>
              <a:defRPr sz="13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5E77B1FB-467D-41FD-BA98-353312BA0AFA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eaVert" lIns="121917" tIns="60958" rIns="121917" bIns="6095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C4E4581B-9404-4E8B-A94F-24F76AD95D02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  <a:prstGeom prst="rect">
            <a:avLst/>
          </a:prstGeom>
        </p:spPr>
        <p:txBody>
          <a:bodyPr vert="eaVert" lIns="121917" tIns="60958" rIns="121917" bIns="60958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6"/>
            <a:ext cx="7734300" cy="5811839"/>
          </a:xfrm>
          <a:prstGeom prst="rect">
            <a:avLst/>
          </a:prstGeom>
        </p:spPr>
        <p:txBody>
          <a:bodyPr vert="eaVert" lIns="121917" tIns="60958" rIns="121917" bIns="60958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8907DAA1-6D88-4CCC-8761-7DCB9B751E68}" type="datetime1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defTabSz="1219200" rtl="0"/>
            <a:fld id="{BB93D708-CCFC-4E2A-AFE2-7733F8FF7977}" type="slidenum">
              <a:rPr lang="zh-CN" altLang="en-US" sz="240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4C6BD41B-D914-4C5E-86F8-346B929AC217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53043830-304F-4155-99EE-727BECB0B343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86EF360D-C07D-4D94-BC09-4C40B56A23DC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E0BB856C-1722-4709-A7D2-13CFD04F5FB8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D6DB834C-339D-4736-BAAE-777D1E8DCE44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8BC17178-283B-41AD-9797-0668BBBC108B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C73F7ECC-A10D-4B61-9263-D73F0121BD90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AC9CC65D-CC80-4A66-B508-77381E41E449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A3128823-386A-440D-B4CD-9EFDCE5C30B4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AFEAFC2B-703C-4C2D-83B2-5AD04067EA29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2ABC38CF-4441-4D8D-82C6-53850825C40A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8AEB5B93-ED07-4B63-97AA-AF81A75C8FC3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3B6AE5AE-B461-40D6-B2D0-C8941AF7E0E0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514D4805-F225-4BBB-A41C-7A01BCE4C8E9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782B9321-DC25-4333-81FC-494F04E2FF57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393AEBAE-6563-4516-BACB-269E50286C45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8136F046-3DAE-4A98-A9BE-BC37BE7AFAB8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0D79256E-B785-4614-846E-39DCF504AD22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08C2CE44-E0CF-400C-8609-2C722DE25F0F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D9EB3128-7EC7-49B1-B473-AA61B3E0C7E7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0DE6CE7E-93F7-4497-AAC3-051BBD3C403B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D1F940DC-3EFB-43D5-8DCB-B962509EC178}" type="datetime1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 rtl="0" fontAlgn="auto">
              <a:spcBef>
                <a:spcPts val="0"/>
              </a:spcBef>
              <a:spcAft>
                <a:spcPts val="0"/>
              </a:spcAft>
            </a:pPr>
            <a:fld id="{BB93D708-CCFC-4E2A-AFE2-7733F8FF7977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4" Type="http://schemas.openxmlformats.org/officeDocument/2006/relationships/theme" Target="../theme/theme3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4" Type="http://schemas.openxmlformats.org/officeDocument/2006/relationships/theme" Target="../theme/theme4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4" Type="http://schemas.openxmlformats.org/officeDocument/2006/relationships/theme" Target="../theme/theme5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1.xml"/><Relationship Id="rId14" Type="http://schemas.openxmlformats.org/officeDocument/2006/relationships/theme" Target="../theme/theme6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0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.xml"/><Relationship Id="rId8" Type="http://schemas.openxmlformats.org/officeDocument/2006/relationships/slideLayout" Target="../slideLayouts/slideLayout79.xml"/><Relationship Id="rId7" Type="http://schemas.openxmlformats.org/officeDocument/2006/relationships/slideLayout" Target="../slideLayouts/slideLayout78.xml"/><Relationship Id="rId6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4.xml"/><Relationship Id="rId2" Type="http://schemas.openxmlformats.org/officeDocument/2006/relationships/slideLayout" Target="../slideLayouts/slideLayout73.xml"/><Relationship Id="rId14" Type="http://schemas.openxmlformats.org/officeDocument/2006/relationships/theme" Target="../theme/theme7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45"/>
            <a:ext cx="10972800" cy="1143001"/>
          </a:xfrm>
          <a:prstGeom prst="rect">
            <a:avLst/>
          </a:prstGeom>
        </p:spPr>
        <p:txBody>
          <a:bodyPr vert="horz" lIns="51429" tIns="25718" rIns="51429" bIns="2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51429" tIns="25718" rIns="51429" bIns="2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7"/>
          </a:xfrm>
          <a:prstGeom prst="rect">
            <a:avLst/>
          </a:prstGeom>
        </p:spPr>
        <p:txBody>
          <a:bodyPr vert="horz" lIns="51429" tIns="25718" rIns="51429" bIns="25718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 rtl="0" fontAlgn="auto">
              <a:spcBef>
                <a:spcPts val="0"/>
              </a:spcBef>
              <a:spcAft>
                <a:spcPts val="0"/>
              </a:spcAft>
            </a:pPr>
            <a:fld id="{EE5AF0CC-0392-4FB9-8636-2AD70814BC45}" type="datetime1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7" y="6356357"/>
            <a:ext cx="3860801" cy="365127"/>
          </a:xfrm>
          <a:prstGeom prst="rect">
            <a:avLst/>
          </a:prstGeom>
        </p:spPr>
        <p:txBody>
          <a:bodyPr vert="horz" lIns="51429" tIns="25718" rIns="51429" bIns="25718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 rtl="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7"/>
          </a:xfrm>
          <a:prstGeom prst="rect">
            <a:avLst/>
          </a:prstGeom>
        </p:spPr>
        <p:txBody>
          <a:bodyPr vert="horz" lIns="51429" tIns="25718" rIns="51429" bIns="25718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088390" rtl="0" fontAlgn="auto">
              <a:spcBef>
                <a:spcPts val="0"/>
              </a:spcBef>
              <a:spcAft>
                <a:spcPts val="0"/>
              </a:spcAft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088390" rtl="0" eaLnBrk="1" latinLnBrk="0" hangingPunct="1"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305" indent="-40830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defTabSz="108839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3695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14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34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61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17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36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9"/>
          <a:stretch>
            <a:fillRect/>
          </a:stretch>
        </p:blipFill>
        <p:spPr>
          <a:xfrm>
            <a:off x="8201251" y="50353"/>
            <a:ext cx="3919871" cy="50220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630868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9"/>
          <a:stretch>
            <a:fillRect/>
          </a:stretch>
        </p:blipFill>
        <p:spPr>
          <a:xfrm>
            <a:off x="8201251" y="50353"/>
            <a:ext cx="3919871" cy="50220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630868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9"/>
          <a:stretch>
            <a:fillRect/>
          </a:stretch>
        </p:blipFill>
        <p:spPr>
          <a:xfrm>
            <a:off x="8201251" y="50353"/>
            <a:ext cx="3919871" cy="50220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630868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9"/>
          <a:stretch>
            <a:fillRect/>
          </a:stretch>
        </p:blipFill>
        <p:spPr>
          <a:xfrm>
            <a:off x="8201250" y="50353"/>
            <a:ext cx="3919871" cy="50220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630868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 dt="0"/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ts val="1335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9"/>
          <a:stretch>
            <a:fillRect/>
          </a:stretch>
        </p:blipFill>
        <p:spPr>
          <a:xfrm>
            <a:off x="8201246" y="50348"/>
            <a:ext cx="3919871" cy="50220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630868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9"/>
          <a:stretch>
            <a:fillRect/>
          </a:stretch>
        </p:blipFill>
        <p:spPr>
          <a:xfrm>
            <a:off x="8201246" y="50348"/>
            <a:ext cx="3919871" cy="50220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630868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" y="3901717"/>
            <a:ext cx="12192001" cy="1382395"/>
          </a:xfrm>
          <a:prstGeom prst="rect">
            <a:avLst/>
          </a:prstGeom>
          <a:noFill/>
        </p:spPr>
        <p:txBody>
          <a:bodyPr wrap="square" lIns="91432" tIns="45718" rIns="91432" bIns="45718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8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</a:t>
            </a:r>
            <a:r>
              <a:rPr lang="en-US" altLang="zh-CN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en-US" altLang="zh-CN" sz="28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19338" y="2276872"/>
            <a:ext cx="12191998" cy="1464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空海异构敏捷探测无人装备研发与示范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4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25000"/>
              </a:lnSpc>
              <a:spcBef>
                <a:spcPts val="0"/>
              </a:spcBef>
              <a:buFontTx/>
              <a:buNone/>
            </a:pPr>
            <a:r>
              <a:rPr lang="zh-CN" alt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课题</a:t>
            </a: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**********</a:t>
            </a:r>
            <a:endParaRPr lang="en-US" altLang="zh-CN" sz="36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1" y="1269045"/>
            <a:ext cx="12191999" cy="74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2024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年度广东省重点领域研发</a:t>
            </a:r>
            <a:r>
              <a:rPr lang="zh-CN" alt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计划“海洋科技”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重大专项旗舰项目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1450" y="1917065"/>
            <a:ext cx="797560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</a:t>
            </a:r>
            <a:r>
              <a:rPr lang="zh-CN" altLang="en-US" sz="4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课题概要</a:t>
            </a:r>
            <a:endParaRPr lang="en-US" altLang="zh-CN" sz="4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二、课题进展情况</a:t>
            </a:r>
            <a:endParaRPr lang="en-US" altLang="zh-CN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三、研究成果及后续计划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四、经费使用进展和下一步支出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0074" y="617502"/>
            <a:ext cx="3312368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400" b="1" dirty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 告 提 纲</a:t>
            </a:r>
            <a:endParaRPr lang="zh-CN" altLang="en-US" sz="4400" b="1" dirty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 1"/>
          <p:cNvSpPr txBox="1"/>
          <p:nvPr/>
        </p:nvSpPr>
        <p:spPr>
          <a:xfrm>
            <a:off x="212" y="-27382"/>
            <a:ext cx="7751972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一、课题概要</a:t>
            </a:r>
            <a:r>
              <a:rPr lang="en-US" altLang="zh-CN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800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装备图像（</a:t>
            </a:r>
            <a:r>
              <a:rPr lang="zh-CN" altLang="en-US" sz="2800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或课题</a:t>
            </a:r>
            <a:r>
              <a:rPr lang="zh-CN" altLang="en-US" sz="2800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背景，，）</a:t>
            </a:r>
            <a:endParaRPr lang="zh-CN" altLang="en-US" sz="2800" kern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 bwMode="auto">
          <a:xfrm>
            <a:off x="0" y="6334780"/>
            <a:ext cx="12192000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课题</a:t>
            </a:r>
            <a:r>
              <a:rPr lang="en-US" altLang="zh-CN" sz="28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为项目实施提供</a:t>
            </a:r>
            <a:r>
              <a:rPr lang="en-US" altLang="zh-CN" sz="28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XXXXX</a:t>
            </a:r>
            <a:endParaRPr lang="en-US" altLang="zh-CN" sz="2800" b="1" dirty="0" smtClean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 1"/>
          <p:cNvSpPr txBox="1"/>
          <p:nvPr/>
        </p:nvSpPr>
        <p:spPr>
          <a:xfrm>
            <a:off x="212" y="-27382"/>
            <a:ext cx="7247916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一、课题概要</a:t>
            </a:r>
            <a:r>
              <a:rPr lang="en-US" altLang="zh-CN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600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技术挑战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212" y="-27382"/>
            <a:ext cx="7247916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一、课题概要</a:t>
            </a:r>
            <a:r>
              <a:rPr lang="en-US" altLang="zh-CN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600" kern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目标设置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5"/>
          <p:cNvSpPr txBox="1">
            <a:spLocks noChangeArrowheads="1"/>
          </p:cNvSpPr>
          <p:nvPr/>
        </p:nvSpPr>
        <p:spPr bwMode="auto">
          <a:xfrm>
            <a:off x="103188" y="1990451"/>
            <a:ext cx="1116393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技术难点：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如何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解决</a:t>
            </a:r>
            <a:r>
              <a:rPr lang="en-US" altLang="zh-CN" sz="2400" noProof="0" dirty="0" smtClean="0">
                <a:solidFill>
                  <a:srgbClr val="C00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难题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文本框 6"/>
          <p:cNvSpPr txBox="1">
            <a:spLocks noChangeArrowheads="1"/>
          </p:cNvSpPr>
          <p:nvPr/>
        </p:nvSpPr>
        <p:spPr bwMode="auto">
          <a:xfrm>
            <a:off x="103188" y="2531596"/>
            <a:ext cx="390271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00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解决方案：</a:t>
            </a:r>
            <a:r>
              <a:rPr lang="zh-CN" altLang="en-US" sz="2200" b="1" spc="-12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基于</a:t>
            </a:r>
            <a:r>
              <a:rPr kumimoji="0" lang="en-US" altLang="zh-CN" sz="2200" b="1" i="0" u="none" strike="noStrike" kern="1200" cap="none" spc="-12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kumimoji="0" lang="en-US" altLang="zh-CN" sz="2200" b="1" i="0" u="none" strike="noStrike" kern="1200" cap="none" spc="-12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kumimoji="0" lang="zh-CN" altLang="en-US" sz="2200" b="1" i="0" u="none" strike="noStrike" kern="1200" cap="none" spc="-12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0" lang="en-US" altLang="zh-CN" sz="2200" b="1" i="0" u="none" strike="noStrike" kern="1200" cap="none" spc="-12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xxxx</a:t>
            </a:r>
            <a:endParaRPr kumimoji="0" lang="en-US" altLang="zh-CN" sz="2200" b="1" i="0" u="none" strike="noStrike" kern="1200" cap="none" spc="-12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5"/>
          <p:cNvSpPr txBox="1">
            <a:spLocks noChangeArrowheads="1"/>
          </p:cNvSpPr>
          <p:nvPr/>
        </p:nvSpPr>
        <p:spPr bwMode="auto">
          <a:xfrm>
            <a:off x="103235" y="1449306"/>
            <a:ext cx="1116393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研究目标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研制</a:t>
            </a:r>
            <a:r>
              <a:rPr lang="en-US" altLang="zh-CN" sz="2400" dirty="0" smtClean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xxx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工程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样机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应用示范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(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结合实际情况明确研究目标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738870"/>
            <a:ext cx="12192000" cy="63857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课题</a:t>
            </a:r>
            <a:r>
              <a:rPr lang="en-US" altLang="zh-CN" sz="24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XXXXXXX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1450" y="1917065"/>
            <a:ext cx="797560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一、课题概要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Aft>
                <a:spcPts val="1200"/>
              </a:spcAft>
              <a:buClrTx/>
              <a:buSzTx/>
              <a:buFontTx/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二、课题进展情况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三、研究成果及后续计划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四、经费使用进展和下一步支出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0074" y="617502"/>
            <a:ext cx="3312368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400" b="1" dirty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 告 提 纲</a:t>
            </a:r>
            <a:endParaRPr lang="zh-CN" altLang="en-US" sz="4400" b="1" dirty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212" y="-27382"/>
            <a:ext cx="7319925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、课题进展情况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lIns="91432" tIns="45718" rIns="91432" bIns="45718"/>
          <a:lstStyle/>
          <a:p>
            <a:pPr algn="r"/>
            <a:fld id="{BB93D708-CCFC-4E2A-AFE2-7733F8FF7977}" type="slidenum">
              <a:rPr lang="zh-CN" altLang="en-US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-45722" y="655187"/>
            <a:ext cx="2288540" cy="598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xxxxx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8870" y="1283803"/>
            <a:ext cx="441500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225E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  <a:r>
              <a:rPr lang="zh-CN" altLang="en-US" sz="2400" b="1" dirty="0">
                <a:solidFill>
                  <a:srgbClr val="225E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  <a:endParaRPr lang="en-US" altLang="zh-CN" sz="2400" b="1" dirty="0">
              <a:solidFill>
                <a:srgbClr val="225E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99740" y="4685665"/>
            <a:ext cx="7320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突破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xxx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核心关键技术，含数量（项），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（根据实际情况汇总）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99740" y="5242560"/>
            <a:ext cx="86099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研发新产品（材料、装备），含数量（台/套），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（根据实际情况汇总）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99740" y="57994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5.取得标志性成果数量（项）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，（根据实际情况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汇总）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99740" y="3571875"/>
            <a:ext cx="5756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具体研究内容，工作进展情况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（图文并茂）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48865" y="2953385"/>
            <a:ext cx="3099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可结合以下内容展开介绍：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99740" y="4128770"/>
            <a:ext cx="5756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距达成验收指标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的情况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（参数指标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介绍）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212" y="-27382"/>
            <a:ext cx="7319925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、课题进展情况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45722" y="655187"/>
            <a:ext cx="2847340" cy="598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xxxxx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技术研究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212" y="-27382"/>
            <a:ext cx="7319925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、课题进展情况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45722" y="655187"/>
            <a:ext cx="2125345" cy="598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212" y="-27382"/>
            <a:ext cx="7319925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、课题进展情况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-45722" y="655187"/>
            <a:ext cx="2847340" cy="598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xxxxx</a:t>
            </a:r>
            <a:r>
              <a:rPr lang="zh-CN" altLang="en-US" sz="2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试验测试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1450" y="1917065"/>
            <a:ext cx="797560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一、课题概要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Aft>
                <a:spcPts val="1200"/>
              </a:spcAft>
              <a:buClrTx/>
              <a:buSzTx/>
              <a:buFont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二、课题进展情况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三、研究成果及后续计划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四、经费使用进展和下一步支出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0074" y="617502"/>
            <a:ext cx="3312368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400" b="1" dirty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 告 提 纲</a:t>
            </a:r>
            <a:endParaRPr lang="zh-CN" altLang="en-US" sz="4400" b="1" dirty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212" y="-27382"/>
            <a:ext cx="7319925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、研究成果及后续计划：</a:t>
            </a:r>
            <a:r>
              <a:rPr lang="zh-CN" altLang="en-US" sz="2400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研究成果</a:t>
            </a:r>
            <a:endParaRPr lang="zh-CN" altLang="en-US" sz="2400" kern="0" noProof="0" dirty="0" smtClean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670" y="836930"/>
            <a:ext cx="1126998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申请/授权国内发明专利、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PCT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专利数量（件），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（论文或专利申请等列出首页或证书，成果较多可</a:t>
            </a:r>
            <a:r>
              <a:rPr lang="zh-CN" altLang="en-US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分多页</a:t>
            </a:r>
            <a:r>
              <a:rPr lang="en-US" altLang="zh-CN" sz="16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16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7368" y="1628461"/>
            <a:ext cx="1044116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申请/授权实用新型专利数量(件)</a:t>
            </a:r>
            <a:endParaRPr lang="zh-CN" altLang="en-US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7368" y="2528891"/>
            <a:ext cx="1044116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8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发表论文数量（篇）</a:t>
            </a:r>
            <a:endParaRPr lang="zh-CN" altLang="en-US" sz="18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7368" y="3356931"/>
            <a:ext cx="1044116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18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获得软件著作权数量（件）</a:t>
            </a:r>
            <a:endParaRPr lang="zh-CN" altLang="en-US" sz="18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7368" y="4220531"/>
            <a:ext cx="1044116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18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制修订标准数量（项）</a:t>
            </a:r>
            <a:endParaRPr lang="zh-CN" altLang="en-US" sz="18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7080" y="5156835"/>
            <a:ext cx="96881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/>
              <a:t>6.</a:t>
            </a:r>
            <a:r>
              <a:rPr lang="zh-CN" altLang="en-US"/>
              <a:t>引进和培养各类高层次人才数量（人），（没有可</a:t>
            </a:r>
            <a:r>
              <a:rPr lang="zh-CN" altLang="en-US"/>
              <a:t>不写）</a:t>
            </a:r>
            <a:endParaRPr lang="zh-CN" altLang="en-US"/>
          </a:p>
          <a:p>
            <a:pPr>
              <a:lnSpc>
                <a:spcPct val="200000"/>
              </a:lnSpc>
            </a:pPr>
            <a:r>
              <a:rPr lang="en-US" altLang="zh-CN"/>
              <a:t>7.</a:t>
            </a:r>
            <a:r>
              <a:rPr lang="zh-CN" altLang="en-US"/>
              <a:t>诱发国家级/省部级项目数量（项）</a:t>
            </a:r>
            <a:r>
              <a:rPr lang="zh-CN" altLang="en-US">
                <a:sym typeface="+mn-ea"/>
              </a:rPr>
              <a:t>，（没有可不写）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212" y="-27382"/>
            <a:ext cx="7319925" cy="687572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、研究成果及后续计划：</a:t>
            </a:r>
            <a:r>
              <a:rPr lang="zh-CN" altLang="en-US" sz="2400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后续</a:t>
            </a:r>
            <a:r>
              <a:rPr lang="zh-CN" altLang="en-US" sz="2400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计划</a:t>
            </a:r>
            <a:endParaRPr lang="zh-CN" altLang="en-US" sz="2400" kern="0" noProof="0" dirty="0" smtClean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368" y="836616"/>
            <a:ext cx="1044116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含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研究内容计划</a:t>
            </a:r>
            <a:r>
              <a:rPr lang="en-US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预期成果计划</a:t>
            </a:r>
            <a:r>
              <a:rPr lang="en-US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endParaRPr lang="zh-CN" altLang="en-US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1450" y="1917065"/>
            <a:ext cx="797560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一、课题概要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Aft>
                <a:spcPts val="1200"/>
              </a:spcAft>
              <a:buClrTx/>
              <a:buSzTx/>
              <a:buFont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二、课题进展情况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Aft>
                <a:spcPts val="1200"/>
              </a:spcAft>
              <a:buClrTx/>
              <a:buSzTx/>
              <a:buFontTx/>
              <a:defRPr/>
            </a:pPr>
            <a:r>
              <a:rPr lang="zh-CN" altLang="en-US" sz="4000" b="1" dirty="0" smtClean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三、研究成果及后续计划</a:t>
            </a:r>
            <a:endParaRPr lang="zh-CN" altLang="en-US" sz="4000" b="1" dirty="0" smtClean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四、经费使用进展和下一步支出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0074" y="617502"/>
            <a:ext cx="3312368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4400" b="1" dirty="0">
                <a:solidFill>
                  <a:srgbClr val="2104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 告 提 纲</a:t>
            </a:r>
            <a:endParaRPr lang="zh-CN" altLang="en-US" sz="4400" b="1" dirty="0">
              <a:solidFill>
                <a:srgbClr val="2104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B93D708-CCFC-4E2A-AFE2-7733F8FF7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0" y="-27305"/>
            <a:ext cx="7950835" cy="687705"/>
          </a:xfrm>
          <a:prstGeom prst="rect">
            <a:avLst/>
          </a:prstGeom>
        </p:spPr>
        <p:txBody>
          <a:bodyPr lIns="91432" tIns="45718" rIns="91432" bIns="45718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206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zh-CN" altLang="en-US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、经费使用进展及下一步</a:t>
            </a:r>
            <a:r>
              <a:rPr lang="zh-CN" altLang="en-US" kern="0" noProof="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支出</a:t>
            </a:r>
            <a:endParaRPr lang="zh-CN" altLang="en-US" sz="2400" kern="0" noProof="0" dirty="0" smtClean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66925" y="3106420"/>
            <a:ext cx="70770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各单位财务收入支出明细、佐证材料也都要提供，让财务前置审计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52219" y="2277006"/>
            <a:ext cx="7200800" cy="2123654"/>
          </a:xfrm>
          <a:prstGeom prst="rect">
            <a:avLst/>
          </a:prstGeom>
          <a:noFill/>
        </p:spPr>
        <p:txBody>
          <a:bodyPr wrap="square" lIns="91432" tIns="45718" rIns="91432" bIns="45718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汇报完毕</a:t>
            </a:r>
            <a:endParaRPr kumimoji="1" lang="en-US" altLang="zh-CN" sz="66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敬请</a:t>
            </a: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批评指正！</a:t>
            </a:r>
            <a:endParaRPr kumimoji="1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17660" y="6021705"/>
            <a:ext cx="29025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  <a:defRPr/>
            </a:pPr>
            <a:r>
              <a:rPr lang="en-US" altLang="zh-CN" sz="2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</a:t>
            </a:r>
            <a:r>
              <a:rPr lang="zh-CN" altLang="en-US" sz="2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2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endParaRPr lang="zh-CN" altLang="en-US" sz="24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WPS 演示</Application>
  <PresentationFormat>宽屏</PresentationFormat>
  <Paragraphs>126</Paragraphs>
  <Slides>16</Slides>
  <Notes>20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等线</vt:lpstr>
      <vt:lpstr>微软雅黑</vt:lpstr>
      <vt:lpstr>Calibri</vt:lpstr>
      <vt:lpstr>Times New Roman</vt:lpstr>
      <vt:lpstr>黑体</vt:lpstr>
      <vt:lpstr>Arial Unicode MS</vt:lpstr>
      <vt:lpstr>1_Office 主题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11_自定义设计方案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MIT</cp:lastModifiedBy>
  <cp:revision>3111</cp:revision>
  <dcterms:created xsi:type="dcterms:W3CDTF">2019-05-30T13:46:00Z</dcterms:created>
  <dcterms:modified xsi:type="dcterms:W3CDTF">2026-09-28T03:21:08Z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ECDDCAD1C31C4F74864F1C311B34F016_12</vt:lpwstr>
  </property>
</Properties>
</file>